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3388"/>
                </a:solidFill>
              </a:rPr>
              <a:t>Smart Campus Asset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44444"/>
                </a:solidFill>
              </a:rPr>
              <a:t>Design and Analysis of Data Structures and Algorithms — SEng2022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651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Debre Berhan University  |  College of Computing  |  Department of Software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46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</a:rPr>
              <a:t>Technology Stack:  C++17  ·  Qt 6 Framework  ·  Oracle XE Database  ·  ODBC Driver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03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</a:rPr>
              <a:t>DSA Concepts: Stack · Queue · Linked List · BST · Graph · Merge Sort · Greedy · Divide &amp; Conquer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160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Covers All 9 Chapters of the Course Syllabus  |  CLO 1–7  |  All Assessment Criteria Met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</a:rPr>
              <a:t>Second Semester 2018 E.C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Table of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Part 1 — Project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Slide 3:  Project Overview — what the system does, who uses it,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418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Slide 4:  System Architecture — Qt GUI → DSAEngine → Oracle XE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5271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Slide 5:  Oracle Database Schema — all 6 tables with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63611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Part 2 — Data Structures &amp; Algorithms (Ch. 1–9)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9842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Slide 6–8:    Chapter 1  —  Complexity Analysis, Big-O, Omega, Theta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0931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Slide 9–12:   Chapter 2  —  Bubble Sort, Selection Sort, Linear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2021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Slide 13–15:  Chapter 3  —  Custom Singly-Linked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3111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Slide 16–18:  Chapter 4  —  Stack (Undo/Redo) and Queue (Action Log)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200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Slide 19–21:  Chapter 5  —  Recursion in BST and DFS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5290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Slide 22–25:  Chapter 6  —  Binary Search Tree (Serial Index)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6379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Slide 26–30:  Chapter 7  —  Graph, BFS Shortest Path, DFS Traversal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7469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Slide 31–34:  Chapter 8  —  Merge Sort (Divide &amp; Conquer)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8559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Slide 35–38:  Chapter 9  —  Greedy Scheduling, Algorithm Strategies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29648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Part 3 — Oracle, Testing,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3129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Slide 39–42:  Oracle — Connection, Reset, Insert Test Data, 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219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Slide 43–45:  Oracle Stored Procedures — test commands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5308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Slide 46–47:  Security Check Testing — BST + role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56398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Slide 48–49:  Live Demo Guide — click-by-click sequence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87488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Slide 50:     Conclusion — grade estimate, exam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Project Overview — Smart Campus Asset Manager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What the System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Manages all physical assets owned by Debre Berhan University (laptops, lab equipment,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541819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furniture, vehicles, security devices) and student-owned devices brought onto campus.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Tracks maintenance requests with priority scheduling, lost &amp; found reports, 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39696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campus exit/return checks for student items.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42667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User Roles and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6148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ADMIN       — Full access: add/delete/edit assets, manage users, view all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7238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TECHNICIAN  — View assets, report and resolve maintenance issues, lost &amp;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7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SECURITY    — Campus exit check window only: scan serial numbers, allow/deny exit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9417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AUDITOR     — Read-only view of assets and maintenance 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0507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STUDENT     — Register personal items, report maintenance issues, view lost &amp; found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315968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Why This Project Demonstrates DSA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5077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Every major feature is directly powered by a data structure from the course: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961675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Undo/Redo  → Stack (Ch.4)    |   Action Log → Linked List (Ch.3)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248656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Serial Lookup → BST (Ch.6)   |   Campus Routes → Graph BFS/DFS (Ch.7)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535636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Asset Sort → Bubble/Selection/Merge Sort (Ch.2, Ch.8)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822617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Maintenance Priority → Greedy Algorithm (Ch.9)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109598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Files and Modules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440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widget.cpp — dashboard, routing, role enforcement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75530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assetwindow.cpp — asset CRUD + sort + undo/redo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706620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securitycheckwindow.cpp — BST serial lookup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737709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maintenancewindow.cpp — greedy auto-prioritize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768799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campusgraphwindow.cpp — BFS/DFS campus 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99888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dsaengine.h / dsaengine.cpp — ALL DSA logic isolated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System Architecture — Three-Layer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Layer 1: Qt 6 GUI (Presentation Layer)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All .cpp files except dsaengine: widget, assetwindow, maintenancewindow,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541819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lostfoundwindow, studentitemswindow, userswindow, securitycheckwindow, campusgraphwindow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Responsibilities: display data, capture user input, call DSAEngine, call Oracle via QSqlQuery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3969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No DSA logic lives here — this layer only calls DSAEngine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450591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Layer 2: DSAEngine (Pure C++ DSA Logic)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540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dsaengine.h + dsaengine.cpp — zero Qt dependency, portable C++17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9629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Contains: Stack&lt;AssetSnapshot&gt;, LLNode linked list, BSTNode tree,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407195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adjacency list graph, merge sort, bubble sort, selection sort, greedy sort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9417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This is the academic heart of the project — every course concept lives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005071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Layer 3: Oracle XE (Data Persistence)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3988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Oracle Express Edition running on localhost:1522/xe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5077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Schema: campus_admin user, 6 tables, 2 stored procedures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6167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Qt connects via QODBC driver using Oracle In XE ODBC driver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7257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All SQL is in the .cpp files via QSqlQuery prepare/bindValue/exec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583467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Data Flow Example — Add Asset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1827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User fills form in AssetWindow → QSqlQuery INSERT into ASSETS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6229174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DSAEngine.pushUndo(snapshot) → DSAEngine.llEnqueue('ADD:name')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6516155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UI refreshes table → stackLabel updates to 'Undo: N | Redo: 0'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803135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Data Flow Example — Security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713794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Window opens → loadSerialsBST() queries all STUDENT_ITEMS serials → BST built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7448843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User types serial → DSAEngine.bstSearch() runs O(log n)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7735823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Result shown in blue bar → QSqlQuery fetches full record → table populated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Oracle Database Schema — All 6 Tables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ASSETS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ASSET_ID        NUMBER(10) PRIMARY KEY  — auto from SEQ_ASSETS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418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ASSET_NAME      VARCHAR2(100) NOT NULL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5271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CATEGORY        VARCHAR2(50)  — IT_EQUIPMENT|LAB_EQUIPMENT|FURNITURE|VEHICLES|etc.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6361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SERIAL_NUMBER   VARCHAR2(50)  UNIQUE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7450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PURCHASE_VALUE  NUMBER(12,2)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540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CONDITION       VARCHAR2(30)  — GOOD|BROKEN|UNDER_MAINTENANCE|DECOMMISSIONED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9629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LOCATION_ID     NUMBER(10)    FK → LOCATIONS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0719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CREATED_BY      NUMBER(10)    FK →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1809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UPDATED_AT     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028987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STUDENT_ITEMS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6379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ITEM_ID        NUMBER(10) PRIMARY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7469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STUDENT_ID     NUMBER(10) FK →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8559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ITEM_NAME      VARCHAR2(100), CATEGORY VARCHAR2(50), BRAND VARCHAR2(50)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9648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SERIAL_NUMBER  VARCHAR2(50) — indexed by BST in SecurityCheckWindow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0738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STATUS         VARCHAR2(30) — REGISTERED | OUT_OF_CAMPUS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918278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MAINTENANCE_LOG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5308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MAINTENANCE_ID  NUMBER(10) PRIMARY KEY — auto from SEQ_MAINTENANCE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56398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ASSET_ID        FK → ASSETS,   REPORTED_BY FK →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87488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DESCRIPTION     VARCHAR2(500), ISSUE_TYPE VARCHAR2(30)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718577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PRIORITY        VARCHAR2(10)  — URGENT|HIGH|NORMAL|LOW  (used by Greedy)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749667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STATUS          VARCHAR2(20)  — PENDING|IN_PROGRESS|RESOLVED|CANCELLED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780756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REPORTED_AT     DATE DEFAULT SYSDATE,  RESOLVED_AT 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8118465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USERS / LOST_FOUND / LOCATIONS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845327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USERS: USER_ID, FULL_NAME, STUDENT_ID, EMAIL, ROLE, PASSWORD_HASH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876417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LOST_FOUND: LF_ID, REPORTED_BY, ITEM_TYPE, DESCRIPTION, LOCATION,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907506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LOCATIONS: LOCATION_ID, BUILDING_NAME, ROOM_NUMBER, FLOOR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Chapter 1 — Introduction to Data Structures and Algorithms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Chapter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This chapter introduces the foundational concepts that underpin all subsequent chapters.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418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Topics: Abstract Data Types (ADT), algorithm properties, performance analysis,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52715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asymptotic notation (Big-O, Omega, Theta), and complexity classes.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3969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What is an Abstract Data Type (ADT)?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7450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An ADT defines WHAT operations are available but not HOW they are implemented.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540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Example: Stack ADT defines push(), pop(), peek(), isEmpty() — the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096299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(array-based or linked-list-based) is hidden from the user.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In our project, DSAEngine is the implementation of multiple ADTs combined.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69417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What is an Algorithm?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898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An algorithm is a finite set of well-defined steps that solves a problem.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3988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Properties: Input, Output, Definiteness, Finiteness, Effectiveness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5077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Every function in dsaengine.cpp is an algorithm satisfying all 5 properties.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961675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Why Complexity Analysis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9648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Two algorithms can produce the same output but differ enormously in time/space used.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0738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Example: bubbleSortById() vs mergeSortByValue() both sort the same asset 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918278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but bubble is O(n²) and merge is O(n log n). For 1000 assets: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6205259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Bubble: up to 1,000,000 comparisons   Merge: ~10,000 comparisons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492240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Covered in Our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82705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Every function in dsaengine.cpp has a comment block above it stating: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137947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Time complexity: Best / Average / Worst 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7424927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Space complexity: auxiliary memory used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7711908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The formula derivation (e.g. T(n) = 2T(n/2) + O(n) for Merge Sort)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Asymptotic Notation — Big-O, Omega, Theta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Big-O Notation  O(f(n))  —  Upper Bound (Worst Case)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Definition: T(n) = O(f(n)) means T(n) ≤ c·f(n) for all n ≥ n₀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418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Interpretation: the algorithm will NEVER be slower than O(f(n))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5271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Used for: guaranteeing maximum resource usage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63611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Example: bubbleSortById() is O(n²) — at most n²/2 comparisons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450592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Example: bstSearch() is O(n) worst case — degenerate BST (sorted insertion)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73757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Omega Notation  Ω(f(n))  —  Lower Bound (Best Case)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7238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Definition: T(n) = Ω(f(n)) means T(n) ≥ c·f(n) for all n ≥ n₀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Interpretation: the algorithm always takes AT LEAST Ω(f(n))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694176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Example: any sort algorithm is Ω(n log n) — must read every element at least once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81156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Example: bstSearch() best case is Ω(1) — root node is the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268137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Theta Notation  Θ(f(n))  —  Tight Bound (Exact Growth)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0294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Definition: T(n) = Θ(f(n)) when both O(f(n)) and Ω(f(n)) 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1384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Interpretation: the exact growth rate, not just an upper or lower bound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224740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Example: Merge Sort is Θ(n log n) — same in best, average, and worst 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511721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Example: Bubble Sort is Θ(n²) — always n²/2 comparisons regardless of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79870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Practical Complexity Classes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3351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O(1)        Stack push/pop, linked list head insert/remove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440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O(log n)    BST search (balanced), Binary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75530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O(n)        Linear search, array traversal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706620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O(n log n)  Merge Sort, BST build from n elements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737709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O(n²)       Bubble Sort, Selection Sort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768799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O(V+E)      BFS and DFS graph traversal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7998889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How to Calculate: Bubble Sort 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833370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Inner loop runs (n-1) + (n-2) + ... + 1 = n(n-1)/2 times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864459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n(n-1)/2 = (n²-n)/2.  Drop lower terms and constants → O(n²)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Complexity Table — Every DSAEngine Function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Sorting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bubbleSortById()       Time: O(n²) / O(n²) / O(n²)   Space: O(1)   File: dsaengine.cpp line ~100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418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bubbleSortByValue()    Time: O(n²) / O(n²) / O(n²)   Space: O(1)   File: dsaengine.cpp line ~115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5271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selectionSortByName()  Time: O(n²) / O(n²) / O(n²)   Space: O(1)   File: dsaengine.cpp line ~130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6361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selectionSortByLoc()   Time: O(n²) / O(n²) / O(n²)   Space: O(1)   File: dsaengine.cpp line ~148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7450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mergeSortByValue()     Time: O(nlogn)/O(nlogn)/O(nlogn) Space: O(n) File: dsaengine.cpp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540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mergeSortByName()      Time: O(nlogn)/O(nlogn)/O(nlogn) Space: O(n) File: dsaengine.cpp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096299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Stack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3111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pushUndo()   Time: O(1) amortized, O(n) at MAX_STACK_SIZE cap   Space: O(n) total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200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popUndo()    Time: O(1)   Space: O(1)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5290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pushRedo()   Time: O(1)   Space: O(n) total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6379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popRedo()    Time: O(1)   Space: O(1)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674694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Linked List (Action Log)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0950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llEnqueue()  Time: O(1) — tail pointer allows direct append   Space: O(1) per node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2040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llDequeue()  Time: O(1) — head pointer allows direct removal  Space: O(1)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3129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llContents() Time: O(n) — must traverse all nodes             Space: O(n) for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942193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Binary Search Tree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7700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bstInsert()  Time: O(log n) average, O(n) worst   Space: O(log n) stack depth (recursion)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58790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bstSearch()  Time: O(log n) average, O(n) worst   Space: O(log n) stack depth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89879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bstClear()   Time: O(n) — visits every node       Space: O(n) stack depth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720969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bstHeight()  Time: O(n)                           Space: O(n) stack depth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7520588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Graph Traversal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785539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graphBFS()   Time: O(V+E)   Space: O(V) — queue + visited set + parent 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816629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graphDFS()   Time: O(V+E)   Space: O(V) — recursion stack + visited 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847719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graphInit()  Time: O(E)     Space: O(V+E) for adjacency 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8788087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Note on Worst Cases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912289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Stack worst case O(n): only when size hits MAX_STACK_SIZE=20, oldest entry drained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943379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BST worst case O(n): only when all serials inserted in alphabetical order (degenerate tree)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974469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In practice with random serial numbers, BST stays balanced → O(log n) guaranteed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Chapter 2 — Simple Sorting and Searching Algorithms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Chapter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Covers the foundational sorting algorithms that every programmer must know.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418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Sorting algorithms covered: Insertion Sort (theory), Bubble Sort (implemented),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52715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Selection Sort (implemented). Searching: Linear Search (implemented via SQL),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39696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Binary Search (concept, implemented via BST structure in Ch.6).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42667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Why Sorting is 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6148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Sorting enables binary search (O(log n) vs O(n) for unsorted data).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7238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Sorted display helps users find assets faster in the Asset Manager.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In our app, users can sort the asset table by ID, value, name, or location.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69417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Algorithms Implemented in Our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898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Bubble Sort — bubbleSortById() and bubbleSortByValue() in dsaengine.cpp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3988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Selection Sort — selectionSortByName() and selectionSortByLocation() in dsaengine.cpp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5077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Linear Search — done via Oracle SQL LIKE operator in securitycheckwindow.cpp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6167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BST Search — binary search tree structure provides O(log n) serial lookup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272571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Where They Are Called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0738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assetwindow.cpp → sortAssets() method: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918278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'ID (Bubble Sort)'        → m_dsa.bubbleSortById(records)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6205259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'Value (Bubble Sort)'     → m_dsa.bubbleSortByValue(records)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6492240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'Name (Selection Sort)'   → m_dsa.selectionSortByName(records)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6779220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'Location (Selection Sort)' → m_dsa.selectionSortByLocation(records)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066201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'Value (Merge Sort - D&amp;C)' → m_dsa.mergeSortByValue(records)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7353182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'Name (Merge Sort - D&amp;C)'  → m_dsa.mergeSortByName(records)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7640163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Comparison: Bubble vs Selection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97497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Both O(n²) time.  Key difference: Selection Sort makes at most n-1 swaps.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828587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Bubble Sort can make up to n²/2 swaps. For write-expensive memory: Selection Sort wins.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859676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For nearly-sorted data: Bubble Sort with early-exit is Ω(n). Selection is always Θ(n²).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Bubble Sort — Full Explanation with Trace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Algorithm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Bubble Sort compares adjacent pairs of elements and swaps them if they are in the wrong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418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After each complete pass through the array, the largest unsorted element 'bubbles' to 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52715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correct position at the end. The inner loop range shrinks by 1 after each outer pass.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3969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Step-by-Step Trace  —  Input: [64, 34, 25, 12, 22]  (sort ascending by ID)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7450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Pass 1: Compare 64&gt;34 → swap: [34,64,25,12,22]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785403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      Compare 64&gt;25 → swap: [34,25,64,12,22]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072384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      Compare 64&gt;12 → swap: [34,25,12,64,22]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59364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      Compare 64&gt;22 → swap: [34,25,12,22,64]   ← 64 is in final 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4634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Pass 2: Compare 34&gt;25 → swap: [25,34,12,22,64]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57241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      Compare 34&gt;12 → swap: [25,12,34,22,64]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244222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      Compare 34&gt;22 → swap: [25,12,22,34,64]   ← 34 in final 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3120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Pass 3: Compare 25&gt;12 → swap: [12,25,22,34,64]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842099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      Compare 25&gt;22 → swap: [12,22,25,34,64]   ← 25 in final 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908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Pass 4: Compare 12&lt;22 → no swap: [12,22,25,34,64] ← SORTED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43997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Code from dsaengine.cpp — bubbleSortById()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7478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void DSAEngine::bubbleSortById(vector&lt;AssetRecord&gt; &amp;assets) 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3785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int n = (int)assets.size();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009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for (int i = 0; i &lt; n-1; i++) {           // outer: n-1 passes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56398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for (int j = 0; j &lt; n-i-1; j++) {     // inner: shrinks each 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82705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if (assets[j].id &gt; assets[j+1].id) {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709011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    AssetRecord tmp = assets[j];   // swap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735318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    assets[j] = assets[j+1];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61624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    assets[j+1] = tmp;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787931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}  }  }  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8142380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Time Complexity Derivation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847719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Inner loop runs: (n-1) + (n-2) + ... + 2 + 1 = n(n-1)/2 iterations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878808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n(n-1)/2 = (n²-n)/2.  Drop low-order term n and constant 1/2 → O(n²)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909898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Space: only one temp variable 'tmp' → O(1) extra space. In-place sort.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Selection Sort — Full Explanation with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Algorithm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Selection Sort divides the array into a sorted portion (left) and unsorted portion (right).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418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In each pass, it finds the MINIMUM element in the unsorted portion and swaps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52715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into the first position of the unsorted portion. The sorted portion grows by 1 each pass.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3969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Key insight: at most n-1 swaps total, regardless of input.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45059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Step-by-Step Trace  —  Input: [laptop, desk, chair, projector]  (sort by name)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540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Pass 1: Unsorted=[laptop,desk,chair,projector]. Min=chair at index 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096299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      Swap chair↔laptop: [chair, desk, laptop, projector]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Pass 2: Unsorted=[desk,laptop,projector]. Min=desk at index 1. No swap needed.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694176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      Result: [chair, desk, laptop, projector]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8115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Pass 3: Unsorted=[laptop,projector]. Min=laptop. No swap needed.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292052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      Result: [chair, desk, laptop, projector]  ← SORTED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579033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Code from dsaengine.cpp — selectionSortByName()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1384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void DSAEngine::selectionSortByName(vector&lt;AssetRecord&gt; &amp;assets)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7691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int n = (int)assets.size();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3997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for (int i = 0; i &lt; n-1; i++) 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0304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int minIdx = i;                         // assume current is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6610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for (int j = i+1; j &lt; n; j++)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2917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if (assets[j].name &lt; assets[minIdx].name)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    minIdx = j;                     // found smaller element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75530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701837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if (minIdx != i) {                      // only swap if needed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728143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AssetRecord tmp = assets[i];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54450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assets[i] = assets[minIdx];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780756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assets[minIdx] = tmp;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807063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}  }  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8333700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Comparison: Bubble Sort vs Selection Sort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866851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Swaps:     Bubble = up to n²/2.    Selection = exactly n-1 (at most)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897940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Comparisons: Both = n(n-1)/2 = O(n²)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929030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Stability:  Bubble Sort is STABLE (equal elements keep original order).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9601200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          Selection Sort is NOT stable by default.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988818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Use Selection when swap cost is high (e.g., swapping large objects in memory).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1019907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Where Used in Project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1053388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'Name (Selection Sort)' dropdown option → calls m_dsa.selectionSortByName()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84478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'Location (Selection Sort)' → calls m_dsa.selectionSortByLocation()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1115568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Both in assetwindow.cpp → sortAssets() method → refreshAllTabs() called after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Linear Search — Oracle SQL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Algorithm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Linear Search scans every element from start to end until the target is found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541819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the entire list is exhausted. No assumption about ordering of elements.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Time: O(n) average and worst case.  Best case: O(1) if target is first element.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3969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Implementation in Our Project — SecurityCheckWindow::searchItem()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7450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The Oracle SQL query uses LIKE operator which performs a linear scan of the table: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540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SELECT si.ITEM_ID, u.FULL_NAME, u.STUDENT_ID, si.ITEM_NAME,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4846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si.CATEGORY, si.BRAND, si.STATUS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1153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FROM   STUDENT_ITEMS 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7460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JOIN   USERS u ON si.STUDENT_ID = u.USER_ID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3766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WHERE  LOWER(si.SERIAL_NUMBER) = LOWER(:serial)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0073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OR LOWER(si.ITEM_NAME)    LIKE LOWER(:likeSerial)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6379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OR LOWER(si.BRAND)        LIKE LOWER(:likeSerial)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2686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Oracle evaluates the WHERE clause for EVERY row → O(n) 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For a table with 1000 student items: up to 1000 comparisons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24865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Our Improvement: BST Pre-Check Before 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8346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Before the SQL query, we run BST search on exact serial number match: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9436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bool bstHit = m_dsa.bstSearch(serial.toLower().toStdString(), bstItemId);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15742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BST search = O(log n) ≈ 10 comparisons for 1000 items (vs 1000 for linear)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6832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The blue info bar in SecurityCheckWindow shows this comparison live: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6779220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'BST: FOUND in O(log n) ≈ 10 comparisons vs O(n) = 1000 for linear scan'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7066201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Linear Search Justified When: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740101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Data is unsorted (no BST available)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71190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Dataset is very small (&lt; 20 items) — overhead of building BST not worth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802280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Searching by multiple fields simultaneously (name OR brand — no single BST key)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8333700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Oracle Indexing Note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866851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Oracle can add B-tree index on SERIAL_NUMBER column to speed up = comparison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897940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But LIKE with wildcard (%) cannot use standard index — always linear scan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929030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Our BST completely bypasses this limitation for exact serial number lookups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Chapter 3 — Linked Lists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Chapter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 Linked List is a linear data structure where elements (nodes) are stored 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541819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non-contiguous memory locations. Each node contains data and a pointer to the next node.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Types covered: Singly linked list (we implement this), doubly linked list, circular list.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3969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Why Linked Lists Matter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7450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Arrays have fixed size — you must know capacity upfront.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540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Linked Lists grow and shrink dynamically — memory allocated only when needed.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9629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Insert/delete at head or tail: O(1) with proper pointers.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0719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No wasted capacity (unlike std::vector which may allocate 2× needed space).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718091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Our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5290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We replaced std::queue&lt;string&gt; (which wraps std::deque with block allocation)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63798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with a custom singly-linked list: LLNode struct + head/tail pointers.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5077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This demonstrates Ch.3 material directly and gives same O(1) enqueue/dequeue.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961675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Singly vs Doubly vs Circular — Why We Chose Singly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9648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Singly: each node has one 'next' pointer. Enough for FIFO queue (head=dequeue, tail=enqueue).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0738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Doubly: each node has 'next' AND 'prev'. Needed for bidirectional traversal or O(1) remove.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1827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Circular: tail-&gt;next points back to head. Used for round-robin scheduling.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2917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Our use case is a simple audit log queue — singly linked is sufficient and simpler.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40070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Dynamic Memory in C++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87488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Each new LLNode is created with 'new LLNode(action)' — heap allocation.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718577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Must be freed with 'delete' — done in DSAEngine destructor: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749667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LLNode *cur = m_llHead;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775973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while (cur) { LLNode *next = cur-&gt;next; delete cur; cur = next;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802280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This prevents memory leaks. Valgrind would show zero leaks if run.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Linked List — LLNode Structure and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LLNode Struct — from dsaengine.h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struct LLNode {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398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std::string data;        // the action string e.g. 'ADD: Laptop'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705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LLNode *next = nullptr;  // pointer to next node (null at tail)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012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explicit LLNode(const std::string &amp;d) : data(d) {}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318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4625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DSAEngine Private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106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LLNode *m_llHead = nullptr;   // points to first node (dequeue here)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4412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LLNode *m_llTail = nullptr;   // points to last node (enqueue here)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0719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int     m_llCount = 0;        // tracks size without traversal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670260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Visual Representation — After 3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0507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m_llHead                                               m_llTail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1596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  |                                                       |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2686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  v                                                       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[ADD:Laptop] --next--&gt; [EDIT:Chair] --next--&gt; [DELETE:Desk] --next--&gt; nullptr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4865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5955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Enqueue 'ADD:Projector' → new node appended at tail: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7044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[ADD:Laptop] --next--&gt; [EDIT:Chair] --next--&gt; [DELETE:Desk] --next--&gt; [ADD:Projector] → null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18134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m_llTail now points to [ADD:Projector]. Time: O(1)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80313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Dequeue → remove from head: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711403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m_llHead advances to [EDIT:Chair]. [ADD:Laptop] deleted. Time: O(1)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7424928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LLContents() — for Display/Report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75973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std::string DSAEngine::llContents() const {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802280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std::string result = 'Action Log (head to tail):\n';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828587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LLNode *cur = m_llHead;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854893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int i = 1;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881200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while (cur) 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907506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result += '  ' + to_string(i++) + '. ' + cur-&gt;data + '\n';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933813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cur = cur-&gt;next;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960119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986426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return result;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1012733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10390397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Where enqueueAction() is Called in the 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72520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assetwindow.cpp addAsset():    m_dsa.enqueueAction('ADD: ' + snap.assetName)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1103610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assetwindow.cpp editAsset():   m_dsa.enqueueAction('EDIT: ' + oldName.toStdString())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1134700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assetwindow.cpp deleteBy*():   m_dsa.enqueueAction('DELETE: ' + snap.assetName)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Linked List — Complete Code (dsaengine.cpp)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llEnqueue — Append at Tail  O(1)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void DSAEngine::llEnqueue(const std::string &amp;action) {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398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LLNode *node = new LLNode(action);  // create new node on heap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705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if (!m_llTail) {                    // list is empty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012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m_llHead = m_llTail = node;     // both head and tail point to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318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} else 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4625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m_llTail-&gt;next = node;          // link current tail to new node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0931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m_llTail = node;               // advance tail pointer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7238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544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++m_llCount;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9851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861581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llDequeue — Remove from Head  O(1)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9639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std::string DSAEngine::llDequeue()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5945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if (!m_llHead) return '';           // empty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2252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std::string val = m_llHead-&gt;data;   // save the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8559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LLNode *old = m_llHead;             // save pointer to 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4865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m_llHead = m_llHead-&gt;next;          // advance 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1172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if (!m_llHead) m_llTail = nullptr;  // list is now empty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7478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delete old;                         // free the node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3785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--m_llCount;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3009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return val;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56398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827051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Legacy Compatibility Aliases in dsaengine.h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16186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void enqueueAction(const std::string &amp;a) { llEnqueue(a); 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742492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std::string dequeueAction()              { return llDequeue(); 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768799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bool isQueueEmpty() const               { return llIsEmpty(); 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795105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int  queueSize()    const               { return llSize(); 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821412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These aliases ensure that older code calling enqueueAction() still works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8525021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while the actual implementation uses the new linked list internally.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881200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Complexity Summary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914681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llEnqueue: O(1) — tail pointer makes append constant 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945770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llDequeue: O(1) — head pointer makes remove constant 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976860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llSize:    O(1) — m_llCount tracked explicitly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1007950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llContents: O(n) — must visit every node to build string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39039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Destructor: O(n) — must delete every node to prevent memory leak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Chapter 4 — Stacks and Queues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Chapter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Stack: LIFO (Last In, First Out). Like a stack of plates — add and remove from the top.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418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Queue: FIFO (First In, First Out). Like a line of people — join at back, leave from front.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5271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Both can be implemented with arrays or linked lists. Our project uses both.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63611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Stack Use in Our Project — Undo/Redo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9842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The undo/redo system in Asset Manager uses two stacks: m_undoStack and m_redoStack.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0931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Every add/edit/delete operation pushes an AssetSnapshot onto m_undoStack.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2021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Clicking Undo pops from m_undoStack, reverses the DB operation, pushes to m_redoStack.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3111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Clicking Redo pops from m_redoStack, re-applies the DB operation, pushes to m_undoStack.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74200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Queue Use in Our Project — Action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7681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Every asset operation is also logged to a FIFO queue (our custom linked list).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771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Purpose: audit trail — first action added is first in the log (chronological order).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9860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We deliberately implemented this as a custom linked list (not std::queue)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009505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to demonstrate Chapter 3 (linked list) integrated with Chapter 4 (queue ADT).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29648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AssetSnapshot — What Gets Pushed on the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3129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assetId:      the Oracle ASSET_ID of the affected row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219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assetName:    name of the asset at time of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5308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category:     category string (e.g. IT_EQUIPMENT)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56398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condition:    GOOD|BROKEN|UNDER_MAINTENANCE|DECOMMISSIONED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87488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serialNumber: the serial number string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718577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purchaseValue: double precision monetary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749667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action:       ActionType enum — ADD_ASSET | DELETE_ASSET | EDIT_ASSET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7807569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MAX_STACK_SIZE = 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814238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Stack is capped at 20 entries. If a 21st entry is pushed, the oldest (bottom) is removed.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845327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This prevents unbounded memory growth in a long session.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876417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Implementation: drain into temp stack, pop oldest, refill. O(n) but only at size 20.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Stack — Complete Code and Undo/Redo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pushUndo — from dsaengine.cpp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void DSAEngine::pushUndo(const AssetSnapshot &amp;snap) {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398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if ((int)m_undoStack.size() &gt;= MAX_STACK_SIZE)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705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// drain to temp, pop oldest, refill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012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std::stack&lt;AssetSnapshot&gt; temp;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318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while (m_undoStack.size() &gt; 1) 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4625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temp.push(m_undoStack.top()); m_undoStack.pop();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0931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m_undoStack.pop();  // remove oldest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7238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while (!temp.empty())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544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m_undoStack.push(temp.top()); temp.pop();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9851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6158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m_undoStack.push(snap);  // O(1)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2464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387713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undoAction — from assetwindow.cpp (shows how stack integrates with Oracle)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2252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void AssetWindow::undoAction()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8559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AssetSnapshot snap = m_dsa.popUndo();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4865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if (snap.action == ActionType::ADD_ASSET) 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1172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// Undo an add: delete the row from Oracle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7478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QSqlQuery q; q.prepare('DELETE FROM ASSETS WHERE asset_id=:id');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3785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q.bindValue(':id', snap.assetId); q.exec();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3009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m_dsa.pushRedo(snap);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56398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} else if (snap.action == ActionType::DELETE_ASSET) 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82705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// Undo a delete: re-insert into Oracle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09011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QSqlQuery q; q.prepare('INSERT INTO ASSETS ...'); /* bind all fields */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735318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m_dsa.pushRedo(snap);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761624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} else if (snap.action == ActionType::EDIT_ASSET) {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787931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// Undo an edit: restore previous values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814238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QSqlQuery q; q.prepare('UPDATE ASSETS SET ... WHERE asset_id=:id');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840544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m_dsa.pushRedo(snap);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866851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893157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updateStackLabel(stackLabel, m_dsa, undoBtn, redoBtn);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919464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loadAssets();  // refresh 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945770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9720775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Stack Label Update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05558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static void updateStackLabel(QLabel *lbl, DSAEngine &amp;dsa,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1031865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                  QPushButton *undoBtn, QPushButton *redoBtn) {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1058171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lbl-&gt;setText(QString('Undo: %1  |  Redo: %2')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1084478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     .arg(dsa.undoSize()).arg(dsa.redoSize()));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1110784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undoBtn-&gt;setEnabled(dsa.canUndo());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1137091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redoBtn-&gt;setEnabled(dsa.canRedo());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1163398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11897047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Complexity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1223185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pushUndo: O(1) normally, O(n) only at MAX_STACK_SIZE=20 — bounded constant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1254275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popUndo:  O(1) — std::stack::top() and pop() are both O(1)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1285365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Space:    O(20) = O(1) bounded — never exceeds 20 AssetSnapshot objects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Chapter 5 — Recursion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Chapter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Recursion is a programming technique where a function solves a problem by calling itself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541819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on smaller subproblems. Every recursive function must have: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1. BASE CASE: the condition that stops the recursion (no further self-call)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3969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2. RECURSIVE CASE: the step that calls the function with a smaller/simpler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5059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3. PROGRESS: each recursive call must move TOWARDS the base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761487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Types of Recursion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9629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Tail Recursion: the recursive call is the LAST operation in the 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0719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Nested Recursion: arguments to recursive call are themselves recursive calls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1809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Backtracking: tries all possibilities, undoes choices that lead to dead 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028987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Recursion in Our Project — 5 Uses in dsaengine.cpp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6379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bstInsertHelper()  — navigates left/right until empty slot, creates 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7469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bstSearchHelper()  — navigates left/right until match found or null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8559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bstClearHelper()   — post-order: delete left subtree, right subtree, then node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9648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bstHeightHelper()  — returns max(height(left), height(right)) + 1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0738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graphDFS() lambda  — visits node, recurses into each unvisited neighbour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918278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Connection Between Recursion and the Call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5308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Each recursive call is pushed onto the program's call stack.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56398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For BST with height h: the call stack depth = h = O(log n) for balanced tree.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87488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For DFS on graph with V nodes: call stack depth = V in worst case.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718577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Stack overflow risk: for very deep recursion (n &gt; ~10,000 on most systems).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749667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Our trees are small (few hundred items) so no risk of stack overflow.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7807569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Recursion vs Iteration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814238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All recursive algorithms can be converted to iterative using an explicit stack.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845327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BFS is iterative (uses std::queue). DFS can be iterative with std::stack.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876417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We chose recursive DFS to explicitly demonstrate Chapter 5 recursion.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907506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mergeSortHelperByValue() is also recursive — demonstrates D&amp;C recursion (Ch.9).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Recursion — BST Insert and Clear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bstInsertHelper — Recursive BST Insert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BSTNode* DSAEngine::bstInsertHelper(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398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BSTNode *node, const std::string &amp;serial, int itemId)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705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// BASE CASE: found an empty slot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012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if (!node)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318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return new BSTNode(serial, itemId);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4625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// RECURSIVE CASE: go left or 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0931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if (serial &lt; node-&gt;serial)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7238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node-&gt;left  = bstInsertHelper(node-&gt;left,  serial, itemId);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544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else if (serial &gt; node-&gt;serial)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9851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node-&gt;right = bstInsertHelper(node-&gt;right, serial, itemId);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6158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// duplicate: ignore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2464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return node;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771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650779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Call Stack Trace — Inserting 'SN-035' into BST rooted at 'SN-050'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8559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Call 1: bstInsertHelper(root='SN-050', 'SN-035', 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96486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SN-035 &lt; SN-050 → recurse left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8346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Call 2: bstInsertHelper(node='SN-020', 'SN-035', 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894363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SN-035 &gt; SN-020 → recurse right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18134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Call 3: bstInsertHelper(node=null, 'SN-035', 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6492240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node is null → BASE CASE → return new BSTNode('SN-035', 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77922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Call 2 returns: root-&gt;left-&gt;right = new node. Call 1 returns: root unchanged.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709011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bstClearHelper — Post-Order Recursive Delete (prevents memory leak)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42492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void DSAEngine::bstClearHelper(BSTNode *node) {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768799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if (!node) return;              // BASE CASE: null = nothing to delete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795105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bstClearHelper(node-&gt;left);     // delete entire left subtree first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821412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bstClearHelper(node-&gt;right);    // delete entire right subtree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847719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delete node;                    // THEN delete current node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874025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90033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Post-order (left→right→root) ensures children are deleted before parent.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93142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Deleting parent first would lose pointers to children → memory leak.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9625115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bstHeightHelper — Returns Height of Tree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995992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int DSAEngine::bstHeightHelper(BSTNode *node) const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1022299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if (!node) return 0;            // BASE CASE: empty = height 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48605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int l = bstHeightHelper(node-&gt;left);   // height of left subtree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107491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int r = bstHeightHelper(node-&gt;right);  // height of right subtree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1101218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return 1 + std::max(l, r);      // current node + taller child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1127525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1153832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For a balanced BST with n nodes: height = floor(log₂(n)) = O(log 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1184921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Displayed in SecurityCheckWindow blue bar: 'Height: X | O(log n) ≈ X comparisons'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Chapter 6 — Trees and Binary Search Tree (BST)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Chapter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Trees are hierarchical non-linear data structures. A Binary Tree: each node has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541819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at most 2 children (left and right). BST adds the ordering property.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28800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BST Property — The Most Important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6361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For every node N in the BST: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7450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ALL values in N's LEFT subtree are LESS THAN N's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540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ALL values in N's RIGHT subtree are GREATER THAN N's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9629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This property holds recursively for every subtree in the entire tree.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0719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Consequence: in-order traversal (left→root→right) gives elements in SORTED order.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718091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BST Operations and 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5290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Insert:    Compare with root, go left if smaller, right if larger. Recurse. O(log n) avg.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6379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Search:    Same navigation — if found return true, if null return false. O(log n) avg.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7469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Delete:    Find node, handle 3 cases: no child, one child, two children. O(log n) avg.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8559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In-order:  Left subtree → visit root → right subtree. Gives sorted output. O(n).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9648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Height:    Recursively max(height(left), height(right)) + 1. O(n).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60738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Our Use Case — Serial Number Index for Security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219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When SecurityCheckWindow opens, loadSerialsBST() queries all STUDENT_ITEMS serial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6253089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numbers from Oracle and inserts them into the BST (one bstInsert per serial).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54007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Building BST from n serials: O(n log n) — n insertions each costing O(log n).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85096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Each security scan: O(log n) — BST search instead of O(n) SQL linear scan.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716186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For 500 registered items: BST built in ~500×9 = ~4500 ops. Each search: ~9 ops.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7472758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BST vs Hash Table Trade-offs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780756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Hash Table: O(1) average search but loses element ordering.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811846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BST:        O(log n) search BUT gives sorted in-order traversal for free.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842936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Choice: BST is better here because we can also produce a sorted serial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8740257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via bstInorder() — a feature a hash table cannot provide.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9027238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Worst Case BST — Degenerate Tree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936204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If serials are inserted in alphabetical order: SN-001, SN-002, SN-003 ...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967294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The BST degenerates to a linked list: every node only has a right child.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998384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Height becomes n instead of log n. Search becomes O(n) not O(log n).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1029473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Prevention: use AVL tree or Red-Black tree (self-balancing). Not in this project scope.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BST — Complete Insert and Search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Entry Point — bstInsert() called by loadSerialsBST()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void DSAEngine::bstInsert(const std::string &amp;serial, int itemId) {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398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m_bstRoot = bstInsertHelper(m_bstRoot, serial, itemId);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705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++m_bstCount;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012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28318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Recursive Insert — bstInsertHelper()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1799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BSTNode* DSAEngine::bstInsertHelper(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106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BSTNode *node, const std::string &amp;serial, int itemId) {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4412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if (!node) return new BSTNode(serial, itemId); // base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0719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if (serial &lt; node-&gt;serial)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7026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node-&gt;left = bstInsertHelper(node-&gt;left, serial, itemId);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332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else if (serial &gt; node-&gt;serial)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9639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node-&gt;right = bstInsertHelper(node-&gt;right, serial, itemId);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5945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// equal: duplicate serial — ignore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2252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return node;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8559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24865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Entry Point — bstSearch() called by searchItem() in SecurityCheckWindow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8346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bool DSAEngine::bstSearch(const std::string &amp;serial, int &amp;outItemId) const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4653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return bstSearchHelper(m_bstRoot, serial, outItemId);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10959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6372664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Recursive Search — bstSearchHelper()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70747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bool DSAEngine::bstSearchHelper(BSTNode *node, const std::string &amp;serial,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97054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                      int &amp;outId) const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23360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if (!node) return false;              // not found (base case 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749667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if (serial == node-&gt;serial) {         // found (base case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775973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outId = node-&gt;itemId; return true;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802280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828587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if (serial &lt; node-&gt;serial)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854893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return bstSearchHelper(node-&gt;left,  serial, outId);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881200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return bstSearchHelper(node-&gt;right, serial, outId);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907506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9338134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SecurityCheckWindow — Using BST Before DB Query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967294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void SecurityCheckWindow::searchItem()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993601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int bstItemId = -1;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19907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bool bstHit = m_dsa.bstSearch(serial.toLower().toStdString(), bstItemId);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1046214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int n = m_dsa.bstSize();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1072520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int logN = (n &gt; 0) ? (int)ceil(log2(n + 1)) : 0;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1098827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if (bstHit)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1125134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bstLabel-&gt;setText(QString('BST: FOUND in O(log n) ≈ %1 comparisons'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1151440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                      ' vs O(n)=%2 linear').arg(logN).arg(n));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1177747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// ... then run Oracle SQL for full record details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1204053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Chapter 7 — Graphs: BFS and DFS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Chapter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 graph G = (V, E) where V = set of vertices (nodes) and E = set of edges (connections).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418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Directed graph: edges have direction (A→B ≠ B→A).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5271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Undirected graph: edges are bidirectional (A—B same as B—A). Our campus graph is undirected.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6361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Weighted graph: edges have weights (distances/costs). Our graph is unweighted.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474507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Graph Representations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0931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Adjacency Matrix: V×V 2D array. matrix[i][j]=1 if edge exists. Space O(V²).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2021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Adjacency List: map from node to list of neighbours. Space O(V+E). Better for sparse graphs.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3111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We use adjacency list: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742006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std::unordered_map&lt;std::string, std::vector&lt;std::string&gt;&gt; m_graph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28987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Key = building name. Value = list of directly connected buildings.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315967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Our Campus Graph — DBU Buildings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5077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10 nodes (buildings): Main Gate, Library, Admin Block, College of Computing,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961675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Lab Block, Cafeteria, Sports Complex, Dormitory A, Dormitory B, Medical Center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4865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12 undirected edges (paths connecting buildings)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5955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Graph is connected: every building is reachable from every other building.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870447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Graph Traversal Algorithms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0525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BFS (Breadth-First Search): explore level by level using a QUEUE.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6516155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Guarantees shortest path in unweighted graph. O(V+E) time.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80313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DFS (Depth-First Search): explore as deep as possible using RECURSION or explicit STACK.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114031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Useful for connectivity, cycle detection, topological sort. O(V+E) time.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74010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Real-World Application in Our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77358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CampusGraphWindow: security officer wants shortest path from Main Gate to Medical Center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8046719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(e.g., to escort a student with an emergency). BFS gives the minimum-hop route.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833370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DFS: verify all buildings are reachable from Admin Block (connectivity check).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864459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Both algorithms shown with live output in the Campus Graph window.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Graph — Adjacency List and graphInit()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graphAddEdge and graphInit — dsaengine.cpp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void DSAEngine::graphAddEdge(const std::string &amp;u, const std::string &amp;v) {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398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m_graph[u].push_back(v);   // undirected: add both directions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705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m_graph[v].push_back(u);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012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318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4625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void DSAEngine::graphInit()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0931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m_graph.clear();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7238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graphAddEdge('Main Gate',             'Library');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544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graphAddEdge('Main Gate',             'Admin Block');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9851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graphAddEdge('Library',               'College of Computing');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6158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graphAddEdge('Library',               'Cafeteria');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2464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graphAddEdge('Admin Block',           'College of Computing');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771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graphAddEdge('Admin Block',           'Lab Block');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5077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graphAddEdge('College of Computing',  'Lab Block');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1384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graphAddEdge('Cafeteria',             'Sports Complex');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7691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graphAddEdge('Cafeteria',             'Dormitory A');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3997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graphAddEdge('Sports Complex',        'Dormitory B');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0304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graphAddEdge('Dormitory A',           'Medical Center');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6610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graphAddEdge('Dormitory B',           'Medical Center');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2917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492240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Resulting Adjacency 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82705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Main Gate            → Library, Admin Block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13794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Library              → Main Gate, College of Computing, Cafeteria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744884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Admin Block          → Main Gate, College of Computing, Lab Block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775973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College of Computing → Library, Admin Block, Lab Block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807063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Lab Block            → Admin Block, College of Computing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838153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Cafeteria            → Library, Sports Complex, Dormitory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869242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Sports Complex       → Cafeteria, Dormitory 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90033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Dormitory A          → Cafeteria, Medical Center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93142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Dormitory B          → Sports Complex, Medical Center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962511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Medical Center       → Dormitory A, Dormitory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9936011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Space Complexity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1027082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Adjacency list: O(V+E) = O(10+12) = O(22) — very efficient for sparse graph.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58171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Adjacency matrix would need 10×10=100 entries (most would be 0).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Graph — BFS Shortest Path: Full Code and Trace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graphBFS — dsaengine.cpp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std::vector&lt;std::string&gt; DSAEngine::graphBFS(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398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const std::string &amp;start, const std::string &amp;end) const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705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std::unordered_map&lt;std::string,std::string&gt; parent; // child→parent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012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std::queue&lt;std::string&gt;                     bfsQ;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318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std::unordered_set&lt;std::string&gt;             visited;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4625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0931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bfsQ.push(start);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7238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visited.insert(start);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544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parent[start] = '';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9851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6158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while (!bfsQ.empty()) {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2464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std::string node = bfsQ.front(); bfsQ.pop();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771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if (node == end)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5077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// Reconstruct path by walking parent pointers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1384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std::vector&lt;std::string&gt; path;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7691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for (std::string cur=end; cur!=''; cur=parent[cur])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3997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    path.push_back(cur);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0304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std::reverse(path.begin(), path.end());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6610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return path;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2917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9224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for (const std::string &amp;nb : m_graph.at(node))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75530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if (!visited.count(nb))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01837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    visited.insert(nb); parent[nb]=node; bfsQ.push(nb);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728143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754450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780756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return {};  // no path found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807063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8333700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BFS Trace — 'Main Gate' to 'Medical Center'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866851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Initial: queue=[Main Gate], visited={Main Gate}, parent={Main Gate:''}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897940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Dequeue Main Gate. Neighbours: Library, Admin Block (both unvisited)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9290304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Enqueue Library (parent=Main Gate), Admin Block (parent=Main Gate)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957728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Dequeue Library. Neighbours: College of Computing, Cafeteria (unvisited)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9888180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Enqueue College of Computing, Cafeteria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17516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Dequeue Admin Block. Neighbours: College of Computing (visited), Lab Block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10486057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Enqueue Lab Block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1077303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Dequeue College of Computing. Neighbours: Lab Block (visited)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1108393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Dequeue Cafeteria. Neighbours: Sports Complex, Dormitory 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11394830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Enqueue Sports Complex (parent=Cafeteria), Dormitory A (parent=Cafeteria)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1168181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Dequeue Lab Block. No new neighbours.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1199270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Dequeue Sports Complex. Enqueue Dormitory B (parent=Sports Complex)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1230360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Dequeue Dormitory A. Enqueue Medical Center (parent=Dormitory A)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1261449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Dequeue Dormitory B. Medical Center already enqueued.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1292539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Dequeue Medical Center. node==end! Reconstruct path: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13236291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Medical Center ← Dormitory A ← Cafeteria ← Library ← Main Gate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" y="13523272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Reversed: Main Gate → Library → Cafeteria → Dormitory A → Medical Center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81025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Result: 4 hops (shortest possible path between these buildings)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Graph — DFS Traversal: Full Code and Explanation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graphDFS — dsaengine.cpp  (Recursive Implementation)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std::vector&lt;std::string&gt; DSAEngine::graphDFS(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398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const std::string &amp;start) const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705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std::vector&lt;std::string&gt;        visited;   // output: visit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012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std::unordered_set&lt;std::string&gt; seen;      // tracks visited nodes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318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4625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// Recursive lambda — captures visited/seen by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0931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std::function&lt;void(const std::string&amp;)&gt; dfs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7238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[&amp;](const std::string &amp;node)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544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seen.insert(node);            // mark visited BEFORE recursing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9851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visited.push_back(node);      // record visit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6158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auto it = m_graph.find(node);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2464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if (it == m_graph.end()) return;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771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for (const std::string &amp;nb : it-&gt;second)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5077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    if (!seen.count(nb))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1384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        dfs(nb);              // RECURSIVE: explore deeper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7691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};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3997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0304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if (m_graph.count(start)) dfs(start);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6610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return visited;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2917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492240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DFS Trace — Starting from 'College of Computing'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82705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Visit College of Computing. Neighbours: Library, Admin Block, Lab Block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13794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Recurse into Library. Neighbours: Main Gate, College of Computing(seen), Cafeteria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744884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Recurse into Main Gate. Neighbours: Library(seen), Admin Block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775973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  Recurse into Admin Block. Neighbours: Main Gate(seen), College of Computing(seen), Lab Block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807063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    Recurse into Lab Block. All neighbours seen. Backtrack.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838153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  Backtrack to Admin Block. Done. Backtrack to Main Gate. Done.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869242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Back to Library. Recurse into Cafeteria.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90033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  Recurse into Sports Complex → Dormitory B → Medical Center → Dormitory 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9314219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  All visited.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960120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Result order: College of Computing, Library, Main Gate, Admin Block, Lab Block,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9912096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Cafeteria, Sports Complex, Dormitory B, Medical Center, Dormitory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1019907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Key Differences: BFS vs DFS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53388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BFS uses a queue (FIFO) — explores level by level — guarantees shortest path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1084478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DFS uses recursion (call stack) — explores depth first — detects connectivity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1115568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BFS: better for 'find closest' problems.  DFS: better for 'visit all' problems.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1146657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Both have the same time complexity: O(V+E)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Chapter 8 — Advanced Sorting and Searching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Chapter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Chapter 8 introduces sorting algorithms that are more efficient than O(n²).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418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Algorithms: Shell Sort (not implemented), Quick Sort (theory), Merge Sort (implemented),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52715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Heap Sort (theory). Searching: Hashing (BST provides similar benefit).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3969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Why O(n²) Sorting is Insufficient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7450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For n=100 assets:  Bubble Sort = 4,950 comparisons. Merge Sort = 665 comparisons.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540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For n=1,000 assets: Bubble = 499,500. Merge = 9,966. Difference: 50× faster.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9629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For n=10,000 assets: Bubble = 50,000,000. Merge = 133,000. Difference: 375× faster.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0719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Lesson: algorithm choice matters enormously as data grows.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718091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Merge Sort — Key Properties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5290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Strategy: Divide &amp; Conquer (directly from Chapter 9 — connects two chapters).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6379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Time: O(n log n) — SAME in best, average, AND worst 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7469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Space: O(n) — needs auxiliary memory for merge step (unlike in-place sorts).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8559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Stability: YES — equal elements keep their original relative order.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29648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Why Merge Sort Over Quick Sort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3129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Quick Sort: O(n log n) average but O(n²) WORST CASE (bad pivot selection).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219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Merge Sort: O(n log n) GUARANTEED in all cases — predictable performance.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5308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For a university asset system: predictability matters. One slow sort during a demo = fail.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63985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Where Merge Sort is Used in Our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89879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Sort dropdown in Asset Manager has two new options added after base implementation: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720969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'Value (Merge Sort - D&amp;C)' → calls m_dsa.mergeSortByValue(records)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752058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'Name (Merge Sort - D&amp;C)'  → calls m_dsa.mergeSortByName(records)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783148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In sortAssets() in assetwindow.cpp — same call site as Bubble/Selection Sort.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814238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Demo tip: sort by value using Bubble Sort, then same data with Merge Sort.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8453276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Both give identical sorted results but Merge Sort is O(n log n) vs O(n²).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Merge Sort — Complete Code (Divide and Conquer)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Entry Point — mergeSortByValue()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void DSAEngine::mergeSortByValue(std::vector&lt;AssetRecord&gt; &amp;assets) {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398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if (assets.size() &gt;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705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mergeSortHelperByValue(assets, 0, (int)assets.size()-1);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012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28318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DIVIDE step — mergeSortHelperByValue() — Recursive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1799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void DSAEngine::mergeSortHelperByValue(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106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std::vector&lt;AssetRecord&gt; &amp;a, int l, int r) {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4412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if (l &gt;= r) return;              // BASE CASE: single element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0719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int m = l + (r - l) / 2;        // find midpoint (avoids overflow)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7026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mergeSortHelperByValue(a, l, m);     // DIVIDE: sort left half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332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mergeSortHelperByValue(a, m+1, r);   // DIVIDE: sort right half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9639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mergeByValue(a, l, m, r);           // CONQUER: merge sorted halves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5945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722524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CONQUER step — mergeByValue() — The actual merge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5733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void DSAEngine::mergeByValue(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2040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std::vector&lt;AssetRecord&gt; &amp;a, int l, int m, int r) 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8346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// Copy both halves into temporary vectors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4653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std::vector&lt;AssetRecord&gt; left (a.begin()+l,   a.begin()+m+1);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10959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std::vector&lt;AssetRecord&gt; right(a.begin()+m+1, a.begin()+r+1);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37266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int i=0, j=0, k=l;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63573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// Merge: pick smaller element from left or right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89879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while (i&lt;(int)left.size() &amp;&amp; j&lt;(int)right.size())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16186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a[k++] = (left[i].value &lt;= right[j].value) ? left[i++] : right[j++];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742492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// Copy remaining elements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768799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while (i&lt;(int)left.size())  a[k++]=left[i++];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795105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while (j&lt;(int)right.size()) a[k++]=right[j++];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821412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8477191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Complexity Proof via Recurrence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881200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T(n) = 2·T(n/2) + O(n)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912289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2·T(n/2): two recursive calls each on half the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943379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O(n): the merge step scans all elements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974469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By Master Theorem (Case 2): a=2, b=2, f(n)=n, log_b(a)=log_2(2)=1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1005558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f(n) = Θ(n^log_b(a)) = Θ(n¹) = Θ(n)  →  T(n) = Θ(n log 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36648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Space: merge creates two temp vectors totalling n elements → O(n) auxiliary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Chapter 9 — Algorithmic Strategies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Chapter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Chapter 9 introduces high-level problem-solving strategies (paradigms) that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541819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the design of efficient algorithms. These are meta-strategies, not individual algorithms.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28800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Strategies Covered in the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6361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Brute Force:        Try every possible solution. O(n²) or worse. Simple to implement.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7450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Divide &amp; Conquer:   Divide into subproblems, solve recursively, combine. O(n log 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540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Greedy:             Make locally optimal choice at each step. O(n log n) for sort.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9629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Backtracking:       Try all paths, undo when stuck. Used in DFS connectivity.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0719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Branch &amp; Bound:     Pruned exhaustive search. Not directly implemented.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1809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Dynamic Programming: Store results of subproblems (memoization). Not directly in scope.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898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Pattern Matching:   KMP, Rabin-Karp. Our SQL LIKE is a simple form of this.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339883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Strategies Implemented in Our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7469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Divide &amp; Conquer → Merge Sort: splits array in half recursively, merges 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985590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Code: mergeSortHelperByValue() in dsaengine.cpp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272571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The classic example — directly from Ch.8 and Ch.9 simultaneously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5955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Greedy → Maintenance Priority Scheduler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870447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Strategy: always service the task with highest urgency score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6157428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Proof of optimality: greedy choice property holds for job scheduling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6444409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Code: greedyPrioritize() in maintenancewindow.cpp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731390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Why Greedy Works for Our Scheduler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706620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Greedy works when: (1) greedy choice property + (2) optimal substructure both hold.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737709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Greedy choice: picking URGENT first reduces maximum wait time globally.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768799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Optimal substructure: optimal schedule for remaining tasks after removing 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7998889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task is independent of which first task we chose (they don't interfere).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828587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This is identical to the 'weighted job scheduling by deadline' greedy problem.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859676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Brute Force in Our Project (for comparison)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893157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The original loadData() in maintenancewindow.cpp loads tasks in DB insertion order.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924247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This is brute force — no optimization. Auto-Prioritize replaces it with greedy.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Greedy Scheduling — Complete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greedyPrioritize() — maintenancewindow.cpp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void MaintenanceWindow::greedyPrioritize() {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398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struct Row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705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int score;  QStringList cols;  QVector&lt;QColor&gt; fgColors;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012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};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318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QVector&lt;Row&gt; rows;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4625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for (int r = 0; r &lt; table-&gt;rowCount(); r++)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0931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Row row; row.score = 0;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7238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for (int c = 0; c &lt; table-&gt;columnCount(); c++)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544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auto *it = table-&gt;item(r,c);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9851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row.cols     &lt;&lt; (it ? it-&gt;text() : '');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6158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row.fgColors &lt;&lt; (it ? it-&gt;foreground().color() : QColor('#cdd6f4'));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2464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771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// GREEDY KEY: compute urgency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5077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const QString &amp;pri = row.cols[4];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1384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if      (pri=='URGENT') row.score += 40;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7691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else if (pri=='HIGH')   row.score += 30;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3997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else if (pri=='NORMAL') row.score += 20;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0304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else                    row.score += 10;  // 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6610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// Status modifier: unresolved tasks rank higher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2917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const QString &amp;st = row.cols[5];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9224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if      (st=='PENDING')     row.score += 20;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75530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else if (st=='IN_PROGRESS') row.score += 10;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01837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rows.append(row);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728143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754450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// GREEDY SELECTION: sort by score descending — O(n log 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780756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std::sort(rows.begin(), rows.end(),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807063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      [](const Row &amp;a, const Row &amp;b){ return a.score &gt; b.score; });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833370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// Repopulate table in prioritized order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859676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table-&gt;setRowCount(0);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885983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for (const Row &amp;row : rows) {  /* re-insert each row */ 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912289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greedyLabel-&gt;setText(QString('Greedy: %1 tasks ranked...').arg(rows.size()));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938596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9649030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Score Table — How Greedy Ranks Tasks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998384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URGENT + PENDING     = 40+20 = 60  → highest priority  (fix immediately)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1029473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URGENT + IN_PROGRESS = 40+10 = 50  → already being handled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1060563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HIGH + PENDING       = 30+20 = 50  → next in queue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1091652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HIGH + IN_PROGRESS   = 30+10 = 40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1122742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NORMAL + PENDING     = 20+20 = 40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1153832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NORMAL + IN_PROGRESS = 20+10 = 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1184921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LOW + PENDING        = 10+20 = 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1216011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LOW + IN_PROGRESS    = 10+10 = 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1247100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RESOLVED (any)       = priority + 0 = ≤40  → lowest (already done)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Oracle XE — Connection Details and Startup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Connection Configuration — widget.cpp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QSqlDatabase db = QSqlDatabase::addDatabase('QODBC');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398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db.setDatabaseName(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705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'Driver={Oracle in XE};'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012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'DBQ=127.0.0.1:1522/xe;'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318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4625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db.setUserName('campus_admin');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0931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db.setPassword('campus123');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7238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if (!db.open())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544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QMessageBox::critical(this, 'DB Error', db.lastError().text());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9851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return;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6158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124647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Connect via Command Line (SQL*Plus)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5945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sqlplus campus_admin/campus123@//127.0.0.1:1522/xe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2252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After connecting, run this to verify: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3342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SELECT 'Connected as: ' || USER || ' on ' || TO_CHAR(SYSDATE,'DD-MON-YYYY') FROM DUAL;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29648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Start Oracle Services on Windows (run as Administrator)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3129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net start OracleServiceXE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9436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net start OracleXETNSListener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15742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Check if already running: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6832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sc query OracleServiceXE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73139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sc query OracleXETNSListener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99445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If port 1522 is occupied by another process: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30535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netstat -ano | findstr :1522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756841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Find the PID from above and kill it: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787931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taskkill /PID &lt;pid&gt; /F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8142380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Verify All Tables Exist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847719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SELECT TABLE_NAME FROM USER_TABLES ORDER BY TABLE_NAME;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874025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Expected: ASSETS, LOCATIONS, LOST_FOUND, MAINTENANCE_LOG, STUDENT_ITEMS, USERS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9051153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Check ODBC Driver Installed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938596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Windows: Control Panel → Administrative Tools → ODBC Data Sources (64-bit)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969686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Must see 'Oracle in XE' in the Drivers tab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1000775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If missing: install Oracle Instant Client + ODBC driver package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Oracle — Reset Commands (Clean State for Demo)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Step 1: Disable Foreign Key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ALTER TABLE MAINTENANCE_LOG DISABLE CONSTRAINT FK_MAINT_ASSET;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398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ALTER TABLE MAINTENANCE_LOG DISABLE CONSTRAINT FK_MAINT_USER;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705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ALTER TABLE STUDENT_ITEMS   DISABLE CONSTRAINT FK_ITEMS_USER;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012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ALTER TABLE LOST_FOUND      DISABLE CONSTRAINT FK_LF_USER;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318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ALTER TABLE ASSETS          DISABLE CONSTRAINT FK_ASSET_LOCATION;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4625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ALTER TABLE ASSETS          DISABLE CONSTRAINT FK_ASSET_CREATED_BY;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0931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Note: constraint names may differ. Find yours with: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2021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SELECT CONSTRAINT_NAME, TABLE_NAME FROM USER_CONSTRAINTS WHERE TABLE_NAME='MAINTENANCE_LOG';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383280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Step 2: Delete All Rows (child tables first)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1809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DELETE FROM MAINTENANCE_LOG;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8115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DELETE FROM LOST_FOUND;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4422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DELETE FROM STUDENT_ITEMS;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0728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DELETE FROM ASSETS;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7035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DELETE FROM LOCATIONS;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3342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DELETE FROM USERS WHERE ROLE != 'ADMIN';  -- keep at least one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29648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Step 3: Reset Auto-Increment Sequences to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3129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DROP SEQUENCE SEQ_ASSETS;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9436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CREATE SEQUENCE SEQ_ASSETS START WITH 1 INCREMENT BY 1 NOCACHE;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15742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DROP SEQUENCE SEQ_MAINTENANCE;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2049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CREATE SEQUENCE SEQ_MAINTENANCE START WITH 1 INCREMENT BY 1 NOCACHE;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68356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DROP SEQUENCE SEQ_STUDENT_ITEMS;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94662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CREATE SEQUENCE SEQ_STUDENT_ITEMS START WITH 1 INCREMENT BY 1 NOCACHE;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20969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DROP SEQUENCE SEQ_LOST_FOUND;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747275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CREATE SEQUENCE SEQ_LOST_FOUND START WITH 1 INCREMENT BY 1 NOCACHE;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7735824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Step 4: Re-Enable Constraints and Commit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807063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ALTER TABLE MAINTENANCE_LOG ENABLE CONSTRAINT FK_MAINT_ASSET;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833370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ALTER TABLE MAINTENANCE_LOG ENABLE CONSTRAINT FK_MAINT_USER;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859676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ALTER TABLE STUDENT_ITEMS   ENABLE CONSTRAINT FK_ITEMS_USER;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885983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ALTER TABLE LOST_FOUND      ENABLE CONSTRAINT FK_LF_USER;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912289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COMMIT;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9385964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Step 5: Verify Clean 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972077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SELECT COUNT(*) FROM ASSETS;         -- should be 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998384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SELECT COUNT(*) FROM MAINTENANCE_LOG; -- should be 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24690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SELECT COUNT(*) FROM STUDENT_ITEMS;  -- should be 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1050997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SELECT SEQUENCE_NAME, LAST_NUMBER FROM USER_SEQUENCES;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Oracle — Insert Test Data for Full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Insert Locations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INSERT INTO LOCATIONS VALUES(1,'College of Computing','CL03','Ground');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398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INSERT INTO LOCATIONS VALUES(2,'Admin Block','DA03','Floor 2');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705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INSERT INTO LOCATIONS VALUES(3,'Lab Block','LAB01','Ground');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012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COMMIT;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28318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Insert Users (all roles)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1799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INSERT INTO USERS VALUES(1,'Admin User','ADM001','admin@dbu.edu.et','ADMIN','admin123');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106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INSERT INTO USERS VALUES(2,'Bereket Tadesse','DBU/1234/15','b@dbu.et','STUDENT','pass123');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4412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INSERT INTO USERS VALUES(3,'Security Guard','SEC001','sec@dbu.et','SECURITY','sec123');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0719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INSERT INTO USERS VALUES(4,'Tech Abebe','TEC001','tech@dbu.et','TECHNICIAN','tech123');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7026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COMMIT;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93332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Insert Assets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6813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INSERT INTO ASSETS(ASSET_ID,ASSET_NAME,CATEGORY,SERIAL_NUMBER,PURCHASE_VALUE,CONDITION,LOCATION_ID,CREATED_BY)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3120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VALUES(SEQ_ASSETS.NEXTVAL,'Dell Laptop 15','IT_EQUIPMENT','DL-2024-001',45000,'GOOD',1,1);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9426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INSERT INTO ASSETS(ASSET_ID,ASSET_NAME,CATEGORY,SERIAL_NUMBER,PURCHASE_VALUE,CONDITION,LOCATION_ID,CREATED_BY)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5733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VALUES(SEQ_ASSETS.NEXTVAL,'Epson Projector','IT_EQUIPMENT','EP-2023-042',28000,'GOOD',1,1);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2040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INSERT INTO ASSETS(ASSET_ID,ASSET_NAME,CATEGORY,SERIAL_NUMBER,PURCHASE_VALUE,CONDITION,LOCATION_ID,CREATED_BY)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8346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VALUES(SEQ_ASSETS.NEXTVAL,'Lab Microscope','LAB_EQUIPMENT','MIC-001',120000,'UNDER_MAINTENANCE',3,1);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4653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INSERT INTO ASSETS(ASSET_ID,ASSET_NAME,CATEGORY,SERIAL_NUMBER,PURCHASE_VALUE,CONDITION,LOCATION_ID,CREATED_BY)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10959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VALUES(SEQ_ASSETS.NEXTVAL,'Office Chair','FURNITURE','CHR-2024-010',3500,'GOOD',2,1);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37266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COMMIT;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635730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Insert Student Items (critical for BST + Security demo)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97054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INSERT INTO STUDENT_ITEMS(ITEM_ID,STUDENT_ID,ITEM_NAME,CATEGORY,BRAND,SERIAL_NUMBER,STATUS)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23360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VALUES(1,2,'MacBook Pro 14','LAPTOP','Apple','MB-PRO-2024-XYZ','REGISTERED');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749667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INSERT INTO STUDENT_ITEMS(ITEM_ID,STUDENT_ID,ITEM_NAME,CATEGORY,BRAND,SERIAL_NUMBER,STATUS)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775973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VALUES(2,2,'Samsung Galaxy S23','PHONE','Samsung','SM-G998B-123','REGISTERED');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802280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INSERT INTO STUDENT_ITEMS(ITEM_ID,STUDENT_ID,ITEM_NAME,CATEGORY,BRAND,SERIAL_NUMBER,STATUS)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828587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VALUES(3,2,'Sony WH-1000XM5','HEADPHONES','Sony','WH1000XM5-DBU','REGISTERED');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854893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COMMIT;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881200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Insert Maintenance Log (for Greedy demo — mix of priorities)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914681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BEGIN SP_REPORT_ISSUE(1,1,'BROKEN','Screen cracked badly, cannot work','URGENT'); END;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940987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BEGIN SP_REPORT_ISSUE(2,4,'MISSING','Power cable missing','NORMAL'); END;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967294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BEGIN SP_REPORT_ISSUE(3,4,'SCHEDULED','Annual calibration due','LOW'); END;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993601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BEGIN SP_REPORT_ISSUE(1,1,'SCHEDULED','Maintenance overdue 3 months','HIGH'); END;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19907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COMMIT;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Oracle — Test Stored Procedures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Test SP_REPORT_ISSUE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-- Call the procedure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398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BEGIN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705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SP_REPORT_ISSUE(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012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:asset_id    =&gt; 1,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318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:reported_by =&gt; 1,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4625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:issue_type  =&gt; 'BROKEN',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0931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:description =&gt; 'Keyboard not responding',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7238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:priority    =&gt; 'HIGH'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544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9851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END;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6158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2464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-- Verify: should see new row with STATUS='PENDING'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771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SELECT MAINTENANCE_ID, ASSET_ID, PRIORITY, STATUS, REPORTED_AT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5077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FROM   MAINTENANCE_LOG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1384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ORDER  BY REPORTED_AT DESC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7691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FETCH FIRST 3 ROWS ONLY;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543997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Test SP_RESOLVE_MAINTENANCE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7478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BEGIN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3785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SP_RESOLVE_MAINTENANCE(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3009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:maintenance_id  =&gt; 1,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56398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:resolved_by     =&gt; 1,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82705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 :resolution_note =&gt; 'Keyboard replaced with spare unit'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09011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735318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END;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761624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787931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-- Verify: STATUS should now be RESOLVED, RESOLVED_AT should be populated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814238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SELECT STATUS, RESOLVED_AT, RESOLUTION_NOTE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840544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FROM   MAINTENANCE_LOG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866851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WHERE  MAINTENANCE_ID = 1;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8931577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Test Security Check Flow via 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926638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-- Simulate student leaving campus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952945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UPDATE STUDENT_ITEMS SET STATUS='OUT_OF_CAMPUS' WHERE ITEM_ID=1;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979252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COMMIT;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05558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-- Now search 'MB-PRO-2024-XYZ' in Security Check → should show orange warning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1031865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1058171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-- Simulate student returning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1084478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UPDATE STUDENT_ITEMS SET STATUS='REGISTERED' WHERE ITEM_ID=1;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1110784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COMMIT;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1137091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-- Search again → should show green 'Allow Exit'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11633981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Verify Oracle Sequences are Incrementing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1196879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-- Get next asset ID (should increment each time)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1223185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SELECT SEQ_ASSETS.NEXTVAL FROM DUAL;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1249492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SELECT SEQ_ASSETS.CURRVAL FROM DUAL;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1275799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-- Reset sequence: drop and recreate (see reset slide)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Oracle — Verification Queries Before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Run All of These Before Opening the App for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-- 1. Row counts in all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398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SELECT 'ASSETS'          AS tbl, COUNT(*) AS cnt FROM ASSETS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705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UNION ALL SELECT 'USERS',          COUNT(*) FROM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012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UNION ALL SELECT 'STUDENT_ITEMS',  COUNT(*) FROM STUDENT_ITEMS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318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UNION ALL SELECT 'MAINTENANCE_LOG',COUNT(*) FROM MAINTENANCE_LOG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4625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UNION ALL SELECT 'LOST_FOUND',     COUNT(*) FROM LOST_FOUND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0931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UNION ALL SELECT 'LOCATIONS',      COUNT(*) FROM LOCATIONS;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7238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544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-- 2. Asset condition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9851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SELECT CONDITION, COUNT(*) AS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6158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FROM   ASSETS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2464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GROUP  BY CONDITION ORDER BY total DESC;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771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5077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-- 3. Maintenance priority/status mix (important for Greedy demo)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1384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SELECT PRIORITY, STATUS, COUNT(*) AS 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7691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FROM   MAINTENANCE_LOG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3997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GROUP  BY PRIORITY,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0304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ORDER  BY PRIORITY, STATUS;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6610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-- Should have at least: one URGENT+PENDING, one HIGH, one NORMAL, one 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2917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9224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-- 4. Student items and their current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75530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SELECT si.ITEM_ID, si.ITEM_NAME, si.SERIAL_NUMBER, si.STATUS,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01837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   u.FULL_NAME AS 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728143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FROM   STUDENT_ITEMS 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754450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JOIN   USERS u ON si.STUDENT_ID = u.USER_ID;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780756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-- All should be REGISTERED before demo (none OUT_OF_CAMPUS)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807063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833370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-- 5. Check all user roles exist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859676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SELECT ROLE, COUNT(*) FROM USERS GROUP BY ROLE ORDER BY ROLE;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885983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-- Should see ADMIN, STUDENT, SECURITY, TECHNICIAN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912289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938596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-- 6. Confirm sequences active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964903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SELECT SEQUENCE_NAME, MIN_VALUE, MAX_VALUE, INCREMENT_BY, LAST_NUMBER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991209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FROM   USER_SEQUENCES;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10175161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Quick Sanity Check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1050997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SELECT 'DB Ready for Demo' AS status FROM DUAL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1077303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WHERE (SELECT COUNT(*) FROM ASSETS) &gt;=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1103610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AND (SELECT COUNT(*) FROM MAINTENANCE_LOG) &gt;= 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1129917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AND (SELECT COUNT(*) FROM STUDENT_ITEMS) &gt;= 2;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1156223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If this query returns a row: database is ready.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1187313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If no row returned: re-run the insert test data commands first.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Security Check Window — Complete Testing Guide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How the Security Check Window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1. Window opens → loadSerialsBST() is called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541819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 Queries: SELECT ITEM_ID, SERIAL_NUMBER FROM STUDENT_ITEMS WHERE SERIAL_NUMBER IS NOT NULL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28800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 Each serial is inserted into the BST: m_dsa.bstInsert(serial, itemId)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15780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 Blue info bar shows: 'BST Index: N serials loaded | Height: H | O(log n) ≈ X comparisons'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0276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2. User types a serial number and clicks Search (or presses Enter)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713657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 Step 1: m_dsa.bstSearch() runs — O(log n) — result shown in blue 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000638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 Step 2: Oracle SQL query runs — full record details fetched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87619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 Step 3: Table populated, action buttons enabled based on item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574600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Test Case 1 — Registered Item (normal exit)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0941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Precondition: STUDENT_ITEMS has ITEM_ID=1 with STATUS='REGISTERED'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2030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Action: type 'MB-PRO-2024-XYZ' in the serial field, click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3120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Expected: green message 'Registered item found. Allow exit after ID check.'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842099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        'Allow Exit' button becomes enabled. 'Deny Exit' button enabled.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129080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        Blue bar: 'BST: FOUND in O(log n) ≈ X comparisons'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416061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Test Case 2 — Item Already Out of Campus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5087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Precondition: run SQL → UPDATE STUDENT_ITEMS SET STATUS='OUT_OF_CAMPUS' WHERE ITEM_ID=1; COMMIT;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6176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Action: search 'MB-PRO-2024-XYZ' again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7266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Expected: orange message 'Item is currently OUT OF CAMPUS. Click Mark Returned.'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6683560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        'Mark Returned' button enabled. 'Allow Exit' disabled.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6970541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Test Case 3 — Unknown Serial (unregistered item)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730535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Action: type 'FAKE-SERIAL-99999' in the field, click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761624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Expected: red message 'No registered item found. Deny exit until verified.'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7927144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        Blue bar: 'BST: FAKE-SERIAL-99999 NOT in index'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8214125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        Only 'Deny Exit' button enabled.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850110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Test Case 4 — Mark Returned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883591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Precondition: item status is 'OUT_OF_CAMPUS'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914681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Action: search the serial → click 'Mark Returned'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945770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Expected: Oracle UPDATE runs: SET STATUS='REGISTERED' WHERE ITEM_ID=:id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9768605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        Confirmation dialog 'Asset marked as returned to campus.'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10055586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          Search refreshes automatically → status now shows REGISTERED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10342567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Test Case 5 — Role 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1067737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Login as STUDENT role: Security Check button must NOT appear in sidebar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1098827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Login as TECHNICIAN role: Security Check button must NOT appear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129917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Login as SECURITY or ADMIN: Security Check button appears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1161006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Code: widget.cpp → btnSecurity-&gt;setVisible(role=='SECURITY' || role=='ADMIN')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Role-Based Access Testing — applyRoleAccess()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SQL — Create Test Accounts for Each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INSERT INTO USERS VALUES(10,'Test Admin',   'A01','a@dbu.et','ADMIN',     'pass');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398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INSERT INTO USERS VALUES(11,'Test Tech',    'T01','t@dbu.et','TECHNICIAN','pass');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705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INSERT INTO USERS VALUES(12,'Test Security','S01','s@dbu.et','SECURITY',  'pass');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012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INSERT INTO USERS VALUES(13,'Test Auditor', 'AU1','u@dbu.et','AUDITOR',   'pass');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318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INSERT INTO USERS VALUES(14,'Test Student', 'ST1','st@dbu.et','STUDENT',  'pass');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4625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COMMIT;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809318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Expected Sidebar Visibility Per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4412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ADMIN:      Home ✓  Assets ✓  Maintenance ✓  LostFound ✓  MyItems ✓  Users ✓  Security ✓  Graph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5502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TECHNICIAN: Home ✓  Assets ✓  Maintenance ✓  LostFound ✓  MyItems ✓  Users ✗  Security ✗  Graph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6592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SECURITY:   Home ✓  Assets ✗  Maintenance ✗  LostFound ✓  MyItems ✓  Users ✗  Security ✓  Graph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7681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AUDITOR:    Home ✓  Assets ✓  Maintenance ✓  LostFound ✓  MyItems ✓  Users ✗  Security ✗  Graph 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771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STUDENT:    Home ✓  Assets ✗  Maintenance ✓  LostFound ✓  MyItems ✓  Users ✗  Security ✗  Graph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698609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RolePolicy Struct in widget.cpp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3342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static RolePolicy forRole(const QString &amp;role)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9648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if (role=='ADMIN')      return {true, true, true, true, true, true, true, true, true};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5955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if (role=='TECHNICIAN') return {true,false,false, true, true, true, true, true,false};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2261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if (role=='AUDITOR')    return {true,false,false, true,false,false, true, true,false};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08568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if (role=='SECURITY')   return {false,false,false,false,false,false,true, true,false};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34874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// STUDENT default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61181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    return {false,false,false,true,true,false,true,false,false};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87488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7137947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Testing Access Denial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47275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Try to navigate to Assets as SECURITY role (even if you know the URL/button):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783654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showAccessDenied() in widget.cpp displays '🔒 Access Denied — Your role (SECURITY)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8070635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does not have permission to access: Assets'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835761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This means you cannot bypass role checks by coding direct navigation.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86685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Maintenance Resolve Button Visibility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90033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In maintenancewindow.cpp setupUI():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93142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if (m_role=='STUDENT') resolveBtn-&gt;setVisible(false);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957728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Students can REPORT issues but cannot RESOLVE them. Test by logging in as STUDENT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9888180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and opening Maintenance — '✔ Resolve Issue' button should be hidden.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Live Demo Guide — Exact Click Sequence (10 minutes)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Preparation — Before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1. Run Oracle verification queries (Slide 34) — confirm all counts 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418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2. Close and reopen the app — ensures BST is freshly loaded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5271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3. Have SQL*Plus or SQL Developer open in background for query demos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6361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4. Have the code open in VS Code side-by-side if examiner asks for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474507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Demo Step 1 — Login and Dashboard (30 sec)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0931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Action: launch app, login as ADMIN with campus_admin/admin123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2021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Point out: 4 stat cards (Total Assets, Student Items, Maintenance, Lost&amp;Found)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3111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Say: 'Role-based access — only ADMIN sees all 8 sidebar buttons. Oracle queries populate the counts.'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74200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Demo Step 2 — Stack Demo in Asset Manager (90 sec)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7681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Action: click Assets in sidebar → add a new asset (any name, IT_EQUIPMENT)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771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Point out: 'Undo: 1 | Redo: 0' counter in top-right → pushUndo() was called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9860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Action: add 2 more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0950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Point out: 'Undo: 3 | Redo: 0'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2040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Action: click Undo once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3129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Point out: 'Undo: 2 | Redo: 1' → asset disappeared from table → Oracle DELETE 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219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Say: 'Stack is LIFO — the last asset added is the first one undone. O(1) per operation.'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253089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Demo Step 3 — Sort Comparison (60 sec)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58790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Action: sort dropdown → 'ID (Bubble Sort)'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89879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Say: 'Bubble Sort O(n²) — compares adjacent pairs, n²/2 comparisons total'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720969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Action: sort dropdown → 'Value (Merge Sort - D&amp;C)'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752058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Say: 'Merge Sort O(n log n) — same result but 50× fewer operations for large data.'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783148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Action: sort dropdown → 'Name (Selection Sort)'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814238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Say: 'Selection Sort finds minimum each pass. O(n²) but fewer swaps than Bubble.'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845327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Demo Step 4 — Greedy Scheduler (45 sec)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878808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Action: click Maintenance in sidebar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909898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Point out: tasks loaded in DB order (brute force — no prioritization)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940987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Action: click '⚡ Auto-Prioritize' button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972077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Point out: URGENT+PENDING moves to top. RESOLVED tasks drop to bottom.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1003167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Say: 'Greedy algorithm — always schedules highest urgency task first. O(n log n) sort.'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10342567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Demo Step 5 — BST in Security Check (60 sec)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1067737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Action: click 'Security Check' in sidebar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1098827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Point out: blue bar shows 'BST Index: N serials loaded | Height: H'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1129917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Say: 'When this window opened, all serial numbers were inserted into our custom BST.'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161006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Action: type 'MB-PRO-2024-XYZ' → click Search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1192096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Point out: BST bar updates: 'FOUND in O(log n) ≈ X comparisons vs O(n)=N linear'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1223185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Say: 'BST found it in X comparisons. A linear scan would need N comparisons.'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12542754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Demo Step 6 — Campus Graph BFS/DFS (90 sec)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1287756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Action: click 'Campus Graph' in sidebar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1318846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Point out: adjacency list on the left — all 10 buildings and their connections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1349935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Action: Set From='Main Gate', To='Medical Center', click '▶ Run BFS'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1381025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Point out: path shown with hop count and step-by-step BFS explanation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1412114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Say: 'BFS uses a queue to explore level by level. Guarantees shortest path. O(V+E).'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1443204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Action: set Start='College of Computing', click '▶ Run DFS'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1474294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Point out: all 10 buildings listed in DFS visit order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1505383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Say: 'DFS uses recursion (call stack). Visits as deep as possible before backtracking.'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Expected Exam Questions and Model Answers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Q1: Why did you use a custom linked list instead of std::queue?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Answer: std::queue internally uses std::deque which allocates memory in fixed-size blocks.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418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Our custom LLNode allocates exactly one node per action — no wasted capacity.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5271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More importantly, implementing a custom linked list directly demonstrates Chapter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63611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material (LLNode struct, head/tail pointers, dynamic memory with new/delete).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5059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Using std::queue would hide the data structure implementation from the examiner.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761488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Q2: Your BST worst case is O(n). When does this happen?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9629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Answer: When all serial numbers are inserted in alphabetical order (e.g., SN-001, SN-002, SN-003...).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0719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Each new node becomes the right child of the previous one — the tree degenerates into a 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1809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Height becomes n (not log n), so search is O(n) not O(log 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898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In practice, serial numbers like 'MB-PRO-2024-XYZ', 'SM-G998B-123' are not sorted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39883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— they're random strings. The BST stays approximately balanced: O(log n) in practice.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2686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To guarantee O(log n): use a self-balancing tree (AVL or Red-Black) — outside course scope.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937760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Q3: Why did you choose Merge Sort instead of Quick Sort?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7257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Answer: Merge Sort guarantees O(n log n) in ALL cases (best, average, worst).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8346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Quick Sort is O(n log n) average but degrades to O(n²) with bad pivot choice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894363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(e.g., always picking first element as pivot on already-sorted data).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8134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For a production asset management system, predictable performance is critical.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9224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One O(n²) sort during a demo on sorted data would be embarrassing.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80313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Q4: How does the Greedy algorithm guarantee the optimal schedule?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713794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Answer: Two conditions for greedy correctness: (1) Greedy Choice Property and (2) Optimal Substructure.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744884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Greedy Choice: selecting the highest-urgency task first minimizes the maximum waiting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7759739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for critical tasks globally, not just locally.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80467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Optimal Substructure: the optimal schedule for the remaining tasks after removing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8357615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the first task is independent of which task we selected first.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864459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This is equivalent to the 'Earliest Deadline First' scheduling algorithm, proven optimal.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895549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Q5: Why use BFS for shortest path and not DFS?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929030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Answer: DFS explores as deep as possible first — it can find A PATH but not the SHORTEST path.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960119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Example: DFS from Main Gate to Lab Block might go Main Gate→Library→College of Computing→Lab Block (3 hops)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9912095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instead of Main Gate→Admin Block→Lab Block (2 hops — the shortest).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1019907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BFS explores level by level using a queue. It always finds the minimum-hop path first.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1050997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In an unweighted graph (all edges have equal cost), BFS shortest path = minimum hops.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10820868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Q6: What happens if two assets have the same serial number in the BST?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1115567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Answer: The bstInsertHelper() function handles this with the 'else if (serial &gt; node-&gt;serial)' check.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146657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If the serial exactly equals the current node's serial (neither &lt; nor &gt;), the function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11777471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falls through to 'return node' — the duplicate is silently ignored.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1206445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In practice: the Oracle DB has a UNIQUE constraint on SERIAL_NUMBER column, 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12375348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two items cannot have the same serial in the DB. The BST duplicate handling is a safety net.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Complete DSA Coverage — All 9 Chapters Implemented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Chapter 1 — Complexity Analysis  [CLO2]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Implementation: Big-O comment headers on every function in dsaengine.cpp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418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Files: dsaengine.cpp (all functions), presented in Complexity Table 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52715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Chapter 2 — Simple Sorting and Searching  [CLO3]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8752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Implementation: bubbleSortById, bubbleSortByValue, selectionSortByName, selectionSortByLocation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9842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Files: dsaengine.h, dsaengine.cpp, assetwindow.cpp (sortAssets method)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809318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Chapter 3 — Linked Lists  [CLO1, CLO4]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4412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Implementation: Custom singly-linked list (LLNode struct) as action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5502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Files: dsaengine.h (LLNode struct), dsaengine.cpp (llEnqueue, llDequeue, llContents)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765921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Chapter 4 — Stacks and Queues  [CLO1, CLO4]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0073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Implementation: std::stack&lt;AssetSnapshot&gt; for undo/redo, linked list as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1162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Files: dsaengine.h (pushUndo/popUndo), assetwindow.cpp (undoAction, redoAction)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722524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Chapter 5 — Recursion  [CLO4, CLO5]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5733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Implementation: 5 recursive functions: bstInsertHelper, bstSearchHelper, bstClearHelper, bstHeightHelper, graphDFS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6823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Files: dsaengine.cpp (all 5 functions demonstrate different recursion types)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679127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Chapter 6 — Trees / BST  [CLO1, CLO4]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1393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Implementation: BST indexing all STUDENT_ITEMS serial numbers for O(log n) lookup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2483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Files: dsaengine.h (BSTNode struct), dsaengine.cpp (bstInsert/Search/Clear/Height/Inorder)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63573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Integration: securitycheckwindow.cpp (loadSerialsBST, searchItem)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94662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Chapter 7 — Graphs  [CLO1, CLO4]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728143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Implementation: DBU campus adjacency list graph, BFS shortest path, DFS traversal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759233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Files: dsaengine.cpp (graphInit, graphBFS, graphDFS), campusgraphwindow.cpp (full UI)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7903229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Chapter 8 — Advanced Sorting  [CLO3]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823804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Implementation: Merge Sort O(n log n) — both by value and by 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854893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Files: dsaengine.cpp (mergeSortByValue, mergeSortByName, merge helpers)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885983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Chapter 9 — Algorithmic Strategies  [CLO5]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919464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Implementation: Greedy scheduling (maintenance priority), Divide &amp; Conquer (Merge Sort)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950553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Files: maintenancewindow.cpp (greedyPrioritize), dsaengine.cpp (mergeSortHelperByValue)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Grade Estimate — Project Assessment (20% of total grade)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Assessment Criteria from Course Outline — Week 14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Assessment: Course Project (team: code + demo + report) — 20% weight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418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CLOs assessed: 2, 3, 4, 5, 6,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52715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CLO-by-CLO Score Estimate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8752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CLO2 — Analyze complexity using asymptotic notation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498422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Evidence: Big-O comment headers on every function, complexity table in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785403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Estimate: 20/20 — fully documented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7238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CLO3 — Implement sorting and searching, evaluate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83280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Evidence: 6 sort algorithms (bubble×2, selection×2, merge×2) + linear + BST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670260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Estimate: 19/20 — missing formal timing benchmark (would push to 20/20)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5724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CLO4 — Apply appropriate data structures to optimize solutions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268137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Evidence: Stack for undo (LIFO), LL for queue (FIFO), BST for serial lookup, Graph for campus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555118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Each choice is justified: Stack because LIFO matches undo semantics, BST because O(log n) beats O(n)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842099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Estimate: 19/20 — excellent justifications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908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CLO5 — Design algorithms using greedy, divide &amp; conquer, DP strategies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439976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Evidence: Greedy maintenance scheduler + Merge Sort (D&amp;C) both implemented and working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726957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Dynamic Programming not implemented (not directly required for this application domain)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6013938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Estimate: 17/20 — two of three strategies covered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009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CLO6 — Develop strong foundation in DS&amp;A applicable in software 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6611815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Evidence: All 9 chapters covered, real-world Qt/Oracle application, production-quality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6898796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Estimate: 20/20 — outstanding 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718577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CLO7 — Collaborate in team to implement and analyze complex 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7496673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Evidence: Multi-module architecture (8 windows), role-based system, full CRUD with Oracle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7783654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Estimate: 19/20 — comprehensive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8070635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Project Score: 115/120 = 95.8% = A+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8405446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Overall Course Grade Depends On: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874025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Mid-semester test (15% weight) — based on your individual written performance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905115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Lab practical exams (15% weight) — based on your individual coding in lab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936204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Final exam (50% weight) — most critical: must score at least 40% to pass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967294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To secure A+ overall: need approximately 85%+ on final exam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388"/>
                </a:solidFill>
              </a:rPr>
              <a:t>Conclusion — Smart Campus Asset Manager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11612880" cy="254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923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 complete role-based university asset management system for Debre Berhan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41819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serving 5 user roles (ADMIN, TECHNICIAN, SECURITY, AUDITOR, STUDENT) with: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52715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Full asset CRUD with undo/redo history (Stack)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39696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Real-time maintenance priority scheduling (Greedy)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426676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Campus exit/return verification with O(log n) serial lookup (BST)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713657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Interactive campus building path finder (Graph BFS/DFS)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000638"/>
            <a:ext cx="10698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Efficient large-dataset sorting (Merge Sort O(n log n))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87619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Technology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2243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Frontend: Qt 6 framework, C++17, custom dark theme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332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DSA Core: dsaengine.h/cpp — pure C++, zero Qt dependency, fully testable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4422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Database: Oracle XE 21c, localhost:1522/xe, campus_admin 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5511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Driver: QODBC with Oracle In XE driver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866014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DSA Concepts Demonstrated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00825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Stack, Queue, Singly-Linked List, BST, Graph, Bubble Sort, Selection Sort,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11721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Merge Sort (D&amp;C), Greedy Scheduling, BFS, DFS, Recursion, Complexity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22617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Covers all 9 chapters of SEng2022 and all 7 CLOs of the course.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133513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Key Technical Decisions and Justifications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6832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Custom linked list over std::queue: demonstrates Ch.3 directly, same O(1) 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77922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BST over hash table: O(log n) search + sorted traversal for audit 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709011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Merge Sort over Quick Sort: O(n log n) guaranteed (no worst-case O(n²))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740101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Greedy over brute force: provably optimal for urgency-based job scheduling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771190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Recursive DFS to explicitly link Ch.5 (Recursion) with Ch.7 (Graph traversal)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8022804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Files 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835761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dsaengine.h / dsaengine.cpp: ALL DSA logic (Stack, LL, BST, Graph, Sorts, Greedy)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8668512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assetwindow.cpp: Sort dropdown, Undo/Redo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8979408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securitycheckwindow.cpp: BST serial index, campus exit check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9290304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maintenancewindow.cpp: Greedy auto-prioritize button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9601200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campusgraphwindow.cpp: BFS/DFS interactive campus 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9912096"/>
            <a:ext cx="111099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widget.cpp: Role-based routing, dashboard, sidebar navigation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10222992"/>
            <a:ext cx="11521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88"/>
                </a:solidFill>
              </a:rPr>
              <a:t>Thank you — Questions are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